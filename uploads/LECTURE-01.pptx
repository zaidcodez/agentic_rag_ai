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60" r:id="rId4"/>
    <p:sldId id="259" r:id="rId5"/>
    <p:sldId id="257" r:id="rId6"/>
    <p:sldId id="261" r:id="rId7"/>
    <p:sldId id="262" r:id="rId8"/>
    <p:sldId id="265" r:id="rId9"/>
    <p:sldId id="264" r:id="rId10"/>
    <p:sldId id="266" r:id="rId11"/>
    <p:sldId id="267" r:id="rId12"/>
    <p:sldId id="268" r:id="rId13"/>
    <p:sldId id="27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523F8-AE5F-4D02-A63E-4C6E341AA564}" type="datetime1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1E1B6-38A3-42C1-B2C9-B40605154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8020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5A3BC-A467-44E9-92B4-3083A19AE1F9}" type="datetime1">
              <a:rPr lang="en-US" smtClean="0"/>
              <a:t>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DEF4DA-E992-4238-B2D0-2F9772523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9152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28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00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902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09A13-42B3-4D26-974B-78C75FC8AC08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106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21F9-27E2-4A03-BDBF-7DA3605C707F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535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5E779-C9CE-4294-B3F3-9F6D71B19B4C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067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46CA-FAF4-4BB4-BAE6-44A5CE549FFB}" type="datetime1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459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5C11A-4D7E-4CBA-8602-04F172AB29A6}" type="datetime1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75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4475-0324-44F9-A3F3-CBF67719C4C5}" type="datetime1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31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92D6E-134D-4416-A750-253DB91BB0F4}" type="datetime1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373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9663-9C02-4855-90A6-88406E615410}" type="datetime1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133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93B5FB7B-9237-4D54-95FA-E9423E9923B1}" type="datetime1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324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AD45D-1CAD-41BB-B300-F0798829418F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9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86CC3-0467-4B8A-9F63-70B8C25542E0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624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B934E-1A43-4403-A41D-EFEA4D6507AD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01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43000"/>
            <a:ext cx="8843276" cy="164630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INTRODUCTION </a:t>
            </a:r>
            <a:br>
              <a:rPr lang="en-US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TO  </a:t>
            </a:r>
            <a:br>
              <a:rPr lang="en-US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DATABASE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775633"/>
            <a:ext cx="5826719" cy="1096899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 instructor 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			          Engr. POONAM K.K</a:t>
            </a:r>
          </a:p>
        </p:txBody>
      </p:sp>
    </p:spTree>
    <p:extLst>
      <p:ext uri="{BB962C8B-B14F-4D97-AF65-F5344CB8AC3E}">
        <p14:creationId xmlns:p14="http://schemas.microsoft.com/office/powerpoint/2010/main" val="422917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6347713" cy="330200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82600"/>
            <a:ext cx="8915400" cy="5461000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the Database and the DBMS.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life cycle of Databases, Data modeling, and Data model Case Study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Design.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Relation (ER) Model and Extended Entity Relationship Model.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 Model Concepts. Mapping of ER &amp; EER-Model to Relational Model.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Basics of SQL: DDL Statements, DML Statements, Constraints and, Basic Retrieval Queries.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Algebra.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Functional Dependencies.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Normalization Basics and Need for Normalization.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Physical Database design, Query Processing and Optimization, Transaction Processing.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Concurrency Control Techniques.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901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38814"/>
            <a:ext cx="6347713" cy="55337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</a:t>
            </a:r>
            <a:b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1600200"/>
            <a:ext cx="6347714" cy="388077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351404"/>
              </p:ext>
            </p:extLst>
          </p:nvPr>
        </p:nvGraphicFramePr>
        <p:xfrm>
          <a:off x="731003" y="981109"/>
          <a:ext cx="7620002" cy="50058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10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5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%weightage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01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Mid-Exam </a:t>
                      </a: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01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Report writing/Case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Study/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Presentation, </a:t>
                      </a: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01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Quizzes,( 2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quizzes)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5%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 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287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Assignment,(2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assignments)</a:t>
                      </a: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5%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 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101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Class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performance and Attendance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101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Final Exam</a:t>
                      </a: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102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Reference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8229602" cy="3880773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 Concepts latest Edition by Abraham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Fundamentals of database by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Elmasri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latest edition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Date, C, J.: "An Introduction to Database Systems", latest Edition, Pearson, Boston.</a:t>
            </a:r>
          </a:p>
        </p:txBody>
      </p:sp>
    </p:spTree>
    <p:extLst>
      <p:ext uri="{BB962C8B-B14F-4D97-AF65-F5344CB8AC3E}">
        <p14:creationId xmlns:p14="http://schemas.microsoft.com/office/powerpoint/2010/main" val="3820924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Overview of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286000"/>
            <a:ext cx="6934201" cy="3755363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Database</a:t>
            </a:r>
          </a:p>
          <a:p>
            <a:pPr algn="just"/>
            <a:r>
              <a:rPr lang="en-US" sz="2800" dirty="0"/>
              <a:t>Importance of databases </a:t>
            </a:r>
          </a:p>
          <a:p>
            <a:r>
              <a:rPr lang="en-US" sz="2800" dirty="0"/>
              <a:t>Introduction to File Processing Systems </a:t>
            </a:r>
          </a:p>
          <a:p>
            <a:r>
              <a:rPr lang="en-US" sz="2800" dirty="0"/>
              <a:t>Advantages of the Database Approach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5935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2004C6D4-6D2E-CB82-871B-18EA3379E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7393" y="3688027"/>
            <a:ext cx="1905000" cy="190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6292" y="609600"/>
            <a:ext cx="3384742" cy="68580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207" y="1981200"/>
            <a:ext cx="8397193" cy="5318654"/>
          </a:xfrm>
        </p:spPr>
        <p:txBody>
          <a:bodyPr anchor="t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structure that stores metadata, i.e. data about data. More generally we can say an organized collection of information. </a:t>
            </a:r>
          </a:p>
          <a:p>
            <a:pPr algn="just">
              <a:lnSpc>
                <a:spcPct val="9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data: part numbers, product codes, customer information, etc. It usually refers to data organized and stored on a computer that can be searched and retrieved by a computer program.</a:t>
            </a:r>
          </a:p>
          <a:p>
            <a:pPr algn="just">
              <a:lnSpc>
                <a:spcPct val="9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Computerized representation of any organization’s flow of information and storage of data.</a:t>
            </a:r>
          </a:p>
          <a:p>
            <a:pPr algn="just">
              <a:lnSpc>
                <a:spcPct val="9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</a:p>
          <a:p>
            <a:pPr lvl="1" algn="just">
              <a:lnSpc>
                <a:spcPct val="9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software or tool that is used to manage the database and its users. </a:t>
            </a:r>
          </a:p>
          <a:p>
            <a:pPr algn="just">
              <a:lnSpc>
                <a:spcPct val="9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</a:t>
            </a:r>
          </a:p>
          <a:p>
            <a:pPr lvl="1" algn="just">
              <a:lnSpc>
                <a:spcPct val="9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database and the database management system</a:t>
            </a:r>
          </a:p>
          <a:p>
            <a:pPr algn="just">
              <a:lnSpc>
                <a:spcPct val="90000"/>
              </a:lnSpc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A database is a collection of data, DBMS is a tool to manage this data, and both jointly are called database systems. 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78E37-9AD1-E038-A4C9-092EDAE493D7}"/>
              </a:ext>
            </a:extLst>
          </p:cNvPr>
          <p:cNvSpPr txBox="1"/>
          <p:nvPr/>
        </p:nvSpPr>
        <p:spPr>
          <a:xfrm>
            <a:off x="2590800" y="952500"/>
            <a:ext cx="23970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168373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141176"/>
            <a:ext cx="7391400" cy="3880773"/>
          </a:xfrm>
        </p:spPr>
        <p:txBody>
          <a:bodyPr/>
          <a:lstStyle/>
          <a:p>
            <a:pPr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decisions require good information derived from raw facts</a:t>
            </a: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managed most efficiently when stored in a database </a:t>
            </a: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evolved from computer file systems</a:t>
            </a: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file system characteristics is important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245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Role Advantages of the DBMS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7543801" cy="3880773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is the intermediary between the user and the database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structure stored as file collection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the database through the DBMS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enables data to be shared 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integrates many users’ views of the data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660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382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Role of the DBMS </a:t>
            </a:r>
            <a:br>
              <a:rPr lang="en-US" dirty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5" descr="Fig01-0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56898"/>
            <a:ext cx="8342302" cy="5172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1247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 Advantages of the DBMS </a:t>
            </a:r>
            <a:br>
              <a:rPr lang="en-US" dirty="0">
                <a:solidFill>
                  <a:srgbClr val="C0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407" y="2057400"/>
            <a:ext cx="6347714" cy="5435600"/>
          </a:xfrm>
        </p:spPr>
        <p:txBody>
          <a:bodyPr>
            <a:normAutofit/>
          </a:bodyPr>
          <a:lstStyle/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Data Sharing</a:t>
            </a:r>
          </a:p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over redundancy</a:t>
            </a:r>
          </a:p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Data Standards</a:t>
            </a:r>
          </a:p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data security</a:t>
            </a:r>
          </a:p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Data Integrity</a:t>
            </a:r>
          </a:p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Minimized data inconsistency </a:t>
            </a:r>
          </a:p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data access</a:t>
            </a:r>
          </a:p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Development of new application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756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Trade-offs/Limitations…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204238"/>
            <a:ext cx="6347714" cy="3880773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DBMS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Cost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Development Cost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processing of some applications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Recovery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342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914400"/>
          </a:xfrm>
        </p:spPr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Types of Databases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8077200" cy="495300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can be classified according to: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users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location(s)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type and extent of use</a:t>
            </a: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Single-user database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only one user at a time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 database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single-user, runs on PC</a:t>
            </a: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Multiuser database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multiple users at the same time. LIKE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Microsoft SQL Server, ORACLE, MYSQL.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Workgroup database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a small number. </a:t>
            </a:r>
          </a:p>
          <a:p>
            <a:pPr marL="457200" lvl="1" indent="0" algn="just">
              <a:lnSpc>
                <a:spcPct val="9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Microsoft Access, FILEMAKER PRO, 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database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a large number.</a:t>
            </a:r>
          </a:p>
          <a:p>
            <a:pPr marL="457200" lvl="1" indent="0" algn="just">
              <a:lnSpc>
                <a:spcPct val="9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Db2, Oracle Exadata, Amazon (AWS).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5300F"/>
              </a:buClr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located at a single site.</a:t>
            </a:r>
          </a:p>
          <a:p>
            <a:pPr marL="0" lvl="0" indent="0" algn="just">
              <a:buClr>
                <a:srgbClr val="A5300F"/>
              </a:buClr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Government Identity Database, University Database.</a:t>
            </a:r>
          </a:p>
          <a:p>
            <a:pPr lvl="0" algn="just">
              <a:buClr>
                <a:srgbClr val="A5300F"/>
              </a:buClr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database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distributed across several different sites </a:t>
            </a:r>
          </a:p>
          <a:p>
            <a:pPr marL="0" lvl="0" indent="0" algn="just">
              <a:buClr>
                <a:srgbClr val="A5300F"/>
              </a:buClr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Oracle RAC, Amazon DynamoDB.</a:t>
            </a:r>
          </a:p>
          <a:p>
            <a:pPr lvl="0" algn="just">
              <a:buClr>
                <a:srgbClr val="A5300F"/>
              </a:buClr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database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supports a company’s day-to-day operations</a:t>
            </a:r>
          </a:p>
          <a:p>
            <a:pPr lvl="1" algn="just">
              <a:buClr>
                <a:srgbClr val="A5300F"/>
              </a:buClr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116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Databases (continued)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used for tactical or strategic decisions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Unstructured data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 in their original state</a:t>
            </a: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from formatting 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applied based on the type of processing to be performed</a:t>
            </a: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Semi-structured data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been processed to some extent.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dirty="0"/>
              <a:t>     JSON, XML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Extensible Markup Language (XML)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data elements in textual format</a:t>
            </a: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 database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semi-structured XML data.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eXist-db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BaseX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10A119-A08B-4916-B006-F83E69F5E04C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38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5424EE-F963-FB7E-A13E-C799DC70A6E4}"/>
              </a:ext>
            </a:extLst>
          </p:cNvPr>
          <p:cNvSpPr txBox="1"/>
          <p:nvPr/>
        </p:nvSpPr>
        <p:spPr>
          <a:xfrm>
            <a:off x="3657600" y="4343400"/>
            <a:ext cx="502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THANK  YOU…!</a:t>
            </a:r>
          </a:p>
        </p:txBody>
      </p:sp>
    </p:spTree>
    <p:extLst>
      <p:ext uri="{BB962C8B-B14F-4D97-AF65-F5344CB8AC3E}">
        <p14:creationId xmlns:p14="http://schemas.microsoft.com/office/powerpoint/2010/main" val="184155674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427</TotalTime>
  <Words>704</Words>
  <Application>Microsoft Office PowerPoint</Application>
  <PresentationFormat>On-screen Show (4:3)</PresentationFormat>
  <Paragraphs>108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</vt:lpstr>
      <vt:lpstr>Gill Sans MT</vt:lpstr>
      <vt:lpstr>Times New Roman</vt:lpstr>
      <vt:lpstr>Gallery</vt:lpstr>
      <vt:lpstr>INTRODUCTION  TO   DATABASE </vt:lpstr>
      <vt:lpstr>Course Outline</vt:lpstr>
      <vt:lpstr>Assessment  </vt:lpstr>
      <vt:lpstr>Reference Material</vt:lpstr>
      <vt:lpstr>Overview of Lecture</vt:lpstr>
      <vt:lpstr>DATABASE</vt:lpstr>
      <vt:lpstr>Importance</vt:lpstr>
      <vt:lpstr>Role Advantages of the DBMS</vt:lpstr>
      <vt:lpstr>Role of the DBMS  </vt:lpstr>
      <vt:lpstr> Advantages of the DBMS  </vt:lpstr>
      <vt:lpstr>Trade-offs/Limitations…</vt:lpstr>
      <vt:lpstr>Types of Databases</vt:lpstr>
      <vt:lpstr>Types of Databases (continued)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</dc:title>
  <dc:creator>Engr.POONAM K.K</dc:creator>
  <cp:lastModifiedBy>POONAM K.K</cp:lastModifiedBy>
  <cp:revision>97</cp:revision>
  <dcterms:created xsi:type="dcterms:W3CDTF">2006-08-16T00:00:00Z</dcterms:created>
  <dcterms:modified xsi:type="dcterms:W3CDTF">2025-02-21T04:57:30Z</dcterms:modified>
</cp:coreProperties>
</file>